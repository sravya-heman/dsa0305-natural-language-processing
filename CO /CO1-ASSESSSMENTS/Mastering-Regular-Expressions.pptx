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  <p:embeddedFont>
      <p:font typeface="Source Serif 4 Light" panose="020B0604020202020204" charset="0"/>
      <p:regular r:id="rId16"/>
    </p:embeddedFont>
    <p:embeddedFont>
      <p:font typeface="Source Serif 4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65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1668" y="2092692"/>
            <a:ext cx="8754532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Mastering Regular Expressions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437233" y="2610797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Real-World Text Processing</a:t>
            </a:r>
            <a:endParaRPr lang="en-US" sz="11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359902-99A7-CCF5-C900-1641C85D5FE1}"/>
              </a:ext>
            </a:extLst>
          </p:cNvPr>
          <p:cNvSpPr/>
          <p:nvPr/>
        </p:nvSpPr>
        <p:spPr>
          <a:xfrm>
            <a:off x="6280849" y="3129413"/>
            <a:ext cx="2685351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  <a:t>Presented by:</a:t>
            </a:r>
          </a:p>
          <a:p>
            <a:r>
              <a:rPr lang="en-US" sz="16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  <a:t>Narappagari</a:t>
            </a:r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  <a:t> sravya</a:t>
            </a:r>
            <a:b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</a:br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  <a:t>192472192</a:t>
            </a:r>
          </a:p>
          <a:p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  <a:t>Slot C</a:t>
            </a:r>
          </a:p>
          <a:p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  <a:t>DSA0305</a:t>
            </a:r>
          </a:p>
          <a:p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  <a:t>Natural Language Processing</a:t>
            </a:r>
          </a:p>
          <a:p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551E-F253-5152-A115-525C76638B83}"/>
              </a:ext>
            </a:extLst>
          </p:cNvPr>
          <p:cNvSpPr/>
          <p:nvPr/>
        </p:nvSpPr>
        <p:spPr>
          <a:xfrm>
            <a:off x="665911" y="3483356"/>
            <a:ext cx="2103460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Sans 3" panose="020B0604020202020204" charset="0"/>
              </a:rPr>
              <a:t>Supervised by:</a:t>
            </a:r>
          </a:p>
          <a:p>
            <a:pPr algn="ctr"/>
            <a:r>
              <a:rPr lang="en-IN" b="1" dirty="0">
                <a:latin typeface="Source Sans 3" panose="020B0604020202020204" charset="0"/>
              </a:rPr>
              <a:t>Dr. K. ANBAZHAGAN</a:t>
            </a:r>
            <a:endParaRPr lang="en-US" sz="1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Sans 3" panose="020B0604020202020204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21E6B140-0B92-5C27-8253-CB4712F42D7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425" y="247650"/>
            <a:ext cx="8296275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3321" y="697974"/>
            <a:ext cx="1247254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23577" y="155748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Why Regular Expressions Still Matter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23577" y="2661865"/>
            <a:ext cx="4667845" cy="1211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day, developers and data engineers sift through millions of lines of text — logs, source code, datasets. Regular expressions are the universal language for finding, filtering, and transforming that text at scale. From a one-line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a complex NLP preprocessing pipeline, RegEx is the skill that separates efficient practitioners from the rest.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45963"/>
            <a:ext cx="764604" cy="170408"/>
          </a:xfrm>
          <a:prstGeom prst="roundRect">
            <a:avLst>
              <a:gd name="adj" fmla="val 22125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590848" y="479599"/>
            <a:ext cx="1087264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CONCEPTS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0848" y="951793"/>
            <a:ext cx="8096845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Power of Patterns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448619"/>
            <a:ext cx="5167089" cy="29064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124" y="1200894"/>
            <a:ext cx="2655987" cy="11302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52704" y="1327324"/>
            <a:ext cx="2345978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Beyond Literal Matching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152704" y="1576388"/>
            <a:ext cx="2345978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RegEx defines </a:t>
            </a:r>
            <a:r>
              <a:rPr lang="en-US" sz="8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flexible search patterns</a:t>
            </a: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wildcards, character classes, and ranges — enabling powerful, dynamic text matching far beyond simple string comparison.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124" y="2415257"/>
            <a:ext cx="2655987" cy="11302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2704" y="2541687"/>
            <a:ext cx="2345978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Finite Automata Theory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152704" y="2790751"/>
            <a:ext cx="2345978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Rooted in formal computer science, RegEx engines use </a:t>
            </a:r>
            <a:r>
              <a:rPr lang="en-US" sz="8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deterministic finite automata</a:t>
            </a: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recognise strings efficiently, making them both fast and theoretically sound.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9124" y="3629620"/>
            <a:ext cx="2655987" cy="9731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2704" y="3756050"/>
            <a:ext cx="2345978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Essential Tooling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52704" y="4005114"/>
            <a:ext cx="2345978" cy="471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into </a:t>
            </a:r>
            <a:r>
              <a:rPr lang="en-US" sz="8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grep</a:t>
            </a: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8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sed</a:t>
            </a: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8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vi</a:t>
            </a: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8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emacs</a:t>
            </a: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RegEx is woven into every Unix-based workflow and modern IDE.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790724"/>
            <a:ext cx="1292572" cy="227335"/>
          </a:xfrm>
          <a:prstGeom prst="roundRect">
            <a:avLst>
              <a:gd name="adj" fmla="val 22113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553677"/>
            <a:ext cx="1570286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SYNTAX &amp;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3577" y="107788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Building the Foundation: Atoms &amp; Operators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742256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RegEx pattern is constructed from three building blocks. Master these and you can express virtually any text-matching logic.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3577" y="2149897"/>
            <a:ext cx="2599209" cy="2202879"/>
          </a:xfrm>
          <a:prstGeom prst="roundRect">
            <a:avLst>
              <a:gd name="adj" fmla="val 285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7912" y="2304231"/>
            <a:ext cx="448791" cy="448791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291" y="2427610"/>
            <a:ext cx="201960" cy="201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7912" y="2902595"/>
            <a:ext cx="2290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Atoms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7912" y="3212306"/>
            <a:ext cx="2290539" cy="746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smallest unit — literal characters, character classes like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[a-z]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shorthand like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\d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\w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72358" y="2149897"/>
            <a:ext cx="2599209" cy="2202879"/>
          </a:xfrm>
          <a:prstGeom prst="roundRect">
            <a:avLst>
              <a:gd name="adj" fmla="val 285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6693" y="2304231"/>
            <a:ext cx="448791" cy="448791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0072" y="2427610"/>
            <a:ext cx="201960" cy="2019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6693" y="2902595"/>
            <a:ext cx="2290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Anchors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26693" y="3212306"/>
            <a:ext cx="2290539" cy="986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Zero-width assertions: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matches the </a:t>
            </a: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start of a line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matches the </a:t>
            </a: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end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They constrain where a match can occur.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21139" y="2149897"/>
            <a:ext cx="2599283" cy="2202879"/>
          </a:xfrm>
          <a:prstGeom prst="roundRect">
            <a:avLst>
              <a:gd name="adj" fmla="val 285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5474" y="2304231"/>
            <a:ext cx="448791" cy="448791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8853" y="2427610"/>
            <a:ext cx="201960" cy="2019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5474" y="2902595"/>
            <a:ext cx="229061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Operators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175474" y="3212306"/>
            <a:ext cx="2290614" cy="746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 atoms with </a:t>
            </a: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sequence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(AB), </a:t>
            </a: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alternation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(A|B), and </a:t>
            </a: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repetition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{n,m}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20663"/>
            <a:ext cx="735732" cy="152772"/>
          </a:xfrm>
          <a:prstGeom prst="roundRect">
            <a:avLst>
              <a:gd name="adj" fmla="val 22108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638324" y="314489"/>
            <a:ext cx="1072381" cy="92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PRACTICAL TOOLS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23577" y="600447"/>
            <a:ext cx="8096845" cy="314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Advanced Search with </a:t>
            </a:r>
            <a:r>
              <a:rPr lang="en-US" sz="1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092324"/>
            <a:ext cx="5177061" cy="29120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0669" y="2022053"/>
            <a:ext cx="2674441" cy="157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</a:t>
            </a: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r>
              <a:rPr lang="en-US" sz="9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Family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50669" y="2206377"/>
            <a:ext cx="267444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Essential Flags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50669" y="2421657"/>
            <a:ext cx="2674441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Case-insensitive matching</a:t>
            </a:r>
            <a:endParaRPr lang="en-US" sz="750" dirty="0"/>
          </a:p>
          <a:p>
            <a:pPr marL="152400" indent="-1524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Invert match (exclude lines)</a:t>
            </a:r>
            <a:endParaRPr lang="en-US" sz="750" dirty="0"/>
          </a:p>
          <a:p>
            <a:pPr marL="152400" indent="-1524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Show line numbers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950669" y="2947020"/>
            <a:ext cx="313164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these to search massive codebases and log files in seconds.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23577" y="4156323"/>
            <a:ext cx="2653903" cy="566440"/>
          </a:xfrm>
          <a:prstGeom prst="roundRect">
            <a:avLst>
              <a:gd name="adj" fmla="val 745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324" y="4271070"/>
            <a:ext cx="2424410" cy="157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8324" y="4468862"/>
            <a:ext cx="242441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Basic regular expressions — the standard workhorse.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44974" y="4156323"/>
            <a:ext cx="2653978" cy="566440"/>
          </a:xfrm>
          <a:prstGeom prst="roundRect">
            <a:avLst>
              <a:gd name="adj" fmla="val 745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A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59721" y="4271070"/>
            <a:ext cx="2424485" cy="157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egrep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59721" y="4468862"/>
            <a:ext cx="2424485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Extended syntax with </a:t>
            </a:r>
            <a:r>
              <a:rPr lang="en-US" sz="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without escaping.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966445" y="4156323"/>
            <a:ext cx="2653978" cy="566440"/>
          </a:xfrm>
          <a:prstGeom prst="roundRect">
            <a:avLst>
              <a:gd name="adj" fmla="val 745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AB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1192" y="4271070"/>
            <a:ext cx="2424485" cy="157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fgrep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81192" y="4468862"/>
            <a:ext cx="242448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Fixed-string matching — fastest for literal searches.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551557"/>
            <a:ext cx="934641" cy="209624"/>
          </a:xfrm>
          <a:prstGeom prst="roundRect">
            <a:avLst>
              <a:gd name="adj" fmla="val 22108"/>
            </a:avLst>
          </a:prstGeom>
          <a:solidFill>
            <a:srgbClr val="F4D4F7"/>
          </a:solidFill>
          <a:ln/>
        </p:spPr>
      </p:sp>
      <p:sp>
        <p:nvSpPr>
          <p:cNvPr id="4" name="Text 1"/>
          <p:cNvSpPr/>
          <p:nvPr/>
        </p:nvSpPr>
        <p:spPr>
          <a:xfrm>
            <a:off x="4035326" y="592931"/>
            <a:ext cx="1226344" cy="126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LOOKING AHEAD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52577" y="812006"/>
            <a:ext cx="4667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Future of Text Processing</a:t>
            </a:r>
            <a:endParaRPr lang="en-US" sz="2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577" y="1408361"/>
            <a:ext cx="275779" cy="2757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7230" y="1455762"/>
            <a:ext cx="423319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Precision vs Recall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387230" y="1734889"/>
            <a:ext cx="4233193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NLP tasks, balancing </a:t>
            </a:r>
            <a:r>
              <a:rPr lang="en-US" sz="10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accuracy</a:t>
            </a: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(precision) against </a:t>
            </a:r>
            <a:r>
              <a:rPr lang="en-US" sz="10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coverage</a:t>
            </a: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(recall) is critical. RegEx provides fine-grained control to tune this trade-off explicitly.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2624956"/>
            <a:ext cx="275779" cy="2757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7230" y="2672358"/>
            <a:ext cx="423319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Normalisation &amp; Tokenisation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387230" y="2951485"/>
            <a:ext cx="4233193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feeding text into ML models, raw data must be cleaned. RegEx handles lowercasing, stripping punctuation, and splitting tokens — the essential first step in any pipeline.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577" y="3841552"/>
            <a:ext cx="275779" cy="2757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87230" y="3888953"/>
            <a:ext cx="423319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387230" y="4168080"/>
            <a:ext cx="4233193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 in the age of LLMs, RegEx remains the </a:t>
            </a:r>
            <a:r>
              <a:rPr lang="en-US" sz="10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go-to tool for feature extraction</a:t>
            </a: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fast, interpretable, and deployable anywhere.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6719"/>
            <a:ext cx="812155" cy="216545"/>
          </a:xfrm>
          <a:prstGeom prst="roundRect">
            <a:avLst>
              <a:gd name="adj" fmla="val 22126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609079" y="352648"/>
            <a:ext cx="1098352" cy="13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23577" y="687586"/>
            <a:ext cx="80968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3577" y="1310804"/>
            <a:ext cx="285155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3577" y="1534120"/>
            <a:ext cx="3980483" cy="19050"/>
          </a:xfrm>
          <a:prstGeom prst="rect">
            <a:avLst/>
          </a:prstGeom>
          <a:solidFill>
            <a:srgbClr val="AF41F0"/>
          </a:solidFill>
          <a:ln/>
        </p:spPr>
      </p:sp>
      <p:sp>
        <p:nvSpPr>
          <p:cNvPr id="7" name="Text 5"/>
          <p:cNvSpPr/>
          <p:nvPr/>
        </p:nvSpPr>
        <p:spPr>
          <a:xfrm>
            <a:off x="523577" y="1643509"/>
            <a:ext cx="3980483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Patterns over literals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3577" y="1934617"/>
            <a:ext cx="3980483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RegEx unlocks flexible, powerful text matching grounded in finite automata theory.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9940" y="1310804"/>
            <a:ext cx="285155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9940" y="1534120"/>
            <a:ext cx="3980483" cy="19050"/>
          </a:xfrm>
          <a:prstGeom prst="rect">
            <a:avLst/>
          </a:prstGeom>
          <a:solidFill>
            <a:srgbClr val="AF41F0"/>
          </a:solidFill>
          <a:ln/>
        </p:spPr>
      </p:sp>
      <p:sp>
        <p:nvSpPr>
          <p:cNvPr id="11" name="Text 9"/>
          <p:cNvSpPr/>
          <p:nvPr/>
        </p:nvSpPr>
        <p:spPr>
          <a:xfrm>
            <a:off x="4639940" y="1643509"/>
            <a:ext cx="3980483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Atoms, anchors, operators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9940" y="1934617"/>
            <a:ext cx="3980483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Master these three primitives and you can construct any search pattern.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577" y="2622872"/>
            <a:ext cx="285155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3577" y="2831902"/>
            <a:ext cx="3980483" cy="19050"/>
          </a:xfrm>
          <a:prstGeom prst="rect">
            <a:avLst/>
          </a:prstGeom>
          <a:solidFill>
            <a:srgbClr val="AF41F0"/>
          </a:solidFill>
          <a:ln/>
        </p:spPr>
      </p:sp>
      <p:sp>
        <p:nvSpPr>
          <p:cNvPr id="15" name="Text 13"/>
          <p:cNvSpPr/>
          <p:nvPr/>
        </p:nvSpPr>
        <p:spPr>
          <a:xfrm>
            <a:off x="523577" y="2955578"/>
            <a:ext cx="3980483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r>
              <a:rPr lang="en-US" sz="13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is your daily tool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577" y="3260973"/>
            <a:ext cx="3980483" cy="232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flags like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search codebases and logs efficiently.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9940" y="2622872"/>
            <a:ext cx="285155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39940" y="2831902"/>
            <a:ext cx="3980483" cy="19050"/>
          </a:xfrm>
          <a:prstGeom prst="rect">
            <a:avLst/>
          </a:prstGeom>
          <a:solidFill>
            <a:srgbClr val="AF41F0"/>
          </a:solidFill>
          <a:ln/>
        </p:spPr>
      </p:sp>
      <p:sp>
        <p:nvSpPr>
          <p:cNvPr id="19" name="Text 17"/>
          <p:cNvSpPr/>
          <p:nvPr/>
        </p:nvSpPr>
        <p:spPr>
          <a:xfrm>
            <a:off x="4639940" y="2955578"/>
            <a:ext cx="3980483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RegEx meets ML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39940" y="3246686"/>
            <a:ext cx="3980483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tokenisation to feature extraction, RegEx remains indispensable in modern NLP workflows.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3577" y="3923407"/>
            <a:ext cx="8096845" cy="774874"/>
          </a:xfrm>
          <a:prstGeom prst="roundRect">
            <a:avLst>
              <a:gd name="adj" fmla="val 7729"/>
            </a:avLst>
          </a:prstGeom>
          <a:solidFill>
            <a:srgbClr val="F4D4F7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55" y="4124474"/>
            <a:ext cx="178222" cy="14257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86954" y="4123432"/>
            <a:ext cx="7490892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Remember:</a:t>
            </a: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well-crafted regular expression can replace hundreds of lines of manual string-handling code — invest the time to learn it properly.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569</Words>
  <Application>Microsoft Office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Source Serif 4 SemiBold</vt:lpstr>
      <vt:lpstr>Source Sans 3</vt:lpstr>
      <vt:lpstr>Arial</vt:lpstr>
      <vt:lpstr>Source Sans 3 Bold</vt:lpstr>
      <vt:lpstr>Consolas</vt:lpstr>
      <vt:lpstr>Source Serif 4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sravya N</cp:lastModifiedBy>
  <cp:revision>3</cp:revision>
  <dcterms:created xsi:type="dcterms:W3CDTF">2026-07-25T03:46:30Z</dcterms:created>
  <dcterms:modified xsi:type="dcterms:W3CDTF">2026-07-25T04:39:07Z</dcterms:modified>
</cp:coreProperties>
</file>